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cd-a1a2-8098-8000-00001534cb86.png?kimi-sig=U30vtBDN3-akYtUytmSOLDmECnvkzuGkaMXvNzPR87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d7-84c2-8af4-8000-0000d3e4c408.png?kimi-sig=KXspITfFKhKd4UQ6iZSC4C7zSNBbdSeparfxxLPlO7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d9-70a2-8fb0-8000-0000ae47b00b.png?kimi-sig=E-_ct9l2E2b1LqgocJsnQtU_6MVQZWlI_0Uq1XoRs7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d5-d5d2-8c25-8000-0000958671dd.png?kimi-sig=qzllnS86aoQG0q8ncBsfY9yoZDvqkZs8TFa4vVlC0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da-1fa2-8e78-8000-0000b9fa834c.png?kimi-sig=c8tleGYYZ4FYeO0N3lhICP1BvZ1Xp44Gqtv_nvn4J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d7-8982-815e-8000-0000cb444b18.png?kimi-sig=M10pRYNxCEEMqzbMc5XH1Apxz_RqviaMtxZZRkMQx5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e5-8712-88ee-8000-0000f70454ed.png?kimi-sig=GSWGxJT7AHSX_QI59kxTTfqwwTQq9IgRaU_1cJ3LKK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e7-40f2-8af3-8000-000086ed6c03.png?kimi-sig=BQxvjJc6TUvlpNMJRGtEHygf-FIO5yxbzYRIN7rF6q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e9-2d02-81ec-8000-00008a9b5c01.png?kimi-sig=7FQJxxga-Yvc2HH-Ow8szKDlP90_yIr42pVegWcKW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e6-74e2-8495-8000-0000ff3e7c97.png?kimi-sig=B6eFULkE7-JJ2lv2Z5t7BxXyvMOOX5Vb3tW3Ck-6TM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e7-1312-8a99-8000-00004f7d4050.png?kimi-sig=cD8Oc4TMiC85a3GLTM3IymlXVfGpbM1MX_TEJt3cx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f8-4d52-821a-8000-00007ae03c31.png?kimi-sig=LJB1848SC2jS6MhEJJmvPbBKkg_syXvkwXcXsquBRM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Rental Oracle PL/SQL</dc:title>
  <dc:subject>Smart Rental Oracle PL/SQL</dc:subject>
  <dc:creator>Kimi</dc:creator>
  <cp:lastModifiedBy>Kimi</cp:lastModifiedBy>
  <cp:revision>1</cp:revision>
  <dcterms:created xsi:type="dcterms:W3CDTF">2025-12-09T17:19:04Z</dcterms:created>
  <dcterms:modified xsi:type="dcterms:W3CDTF">2025-12-09T17:19:04Z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{"Label":"Smart Rental Oracle PL/SQL","ContentProducer":"001191110108MACG2KBH8F10000","ProduceID":"d4s5i9vahd8du5q9dgmg","ReservedCode1":"","ContentPropagator":"001191110108MACG2KBH8F20000","PropagateID":"d4s5i9vahd8du5q9dgmg","ReservedCode2":""}</vt:lpwstr>
  </property>
</Properties>
</file>